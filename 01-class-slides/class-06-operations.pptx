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Operations: storage integration, backup/DR, monitoring, security, upgrade,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wrap-up. Emphasize version lifecycle and continuing education.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6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上線運維：儲存 / 備份 / 監控 / 升級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15 min ｜ 實作 ｜ ceph-csi / Velero / Prometheus / kubeadm upgrade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儲存整合：StorageClass + ceph-csi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ceph-csi (RBD) → StorageClass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-f csi-rbd-secret.yaml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-f storageclass-rbd.yaml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有狀態應用掛載 PVC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-f statefulset-postgres.yaml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pvc   # 確認 Bound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RWO→RBD/Ceph；RWX→CephFS 或 NFS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可用 local-path-provisioner（節點本機磁碟）快速供應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備份與災難復原（雙層）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層（整機）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vzdump / PBS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備份每個 K8s 節點 VM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可整機還原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層（應用與狀態）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快照（最核心）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Velero 備份資源+PVC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支援還原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控制平面的 etcd 定期備份是災難復原的根本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層備份 VM，K8s 層備份應用，兩者缺一不可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etcd 快照備份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ETCDCTL_API=3 etcdctl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--endpoints=https://127.0.0.1:2379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--cacert=/etc/kubernetes/pki/etcd/ca.crt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--cert=/etc/kubernetes/pki/etcd/server.crt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--key=/etc/kubernetes/pki/etcd/server.key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 save /backup/etcd-$(date +%F).db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將此指令排程 cron；可搭配 Velero 做應用層備份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監控與可觀察性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kubectl top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擴展依據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輕量必裝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完整指標收集與儀表板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GPU/自訂指標可擴充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top nodes / pods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/ describe / events 做日常除錯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Loki/ELK 收集日誌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安全性要點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最小權限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657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/ ClusterRoles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RoleBindings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011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0368" y="1243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657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Calico/Cilium 控制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「誰能連誰」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預設拒絕策略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393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6941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6210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/ baseline / privileged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6393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901184" y="36941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362102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管理 / 審計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041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避免純 base64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Secrets / 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啟用審計日誌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保持最新補丁、限制金鑰權限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升級：1.36 → 1.37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1615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9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備份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快照 + 重要資源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64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升級 kubeadm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709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更新（先 unhold）→ upgrade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67128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1396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控制平面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1854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upgrade apply v1.37.0（逐台）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642616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15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6151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kubelet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 kubelet/kubectl → restart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118104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912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136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→ upgrade → uncordon 滾動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069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一次只升一個 minor，遵守版本偏差策略（apiserver 差 ≤1）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期末專案（延伸）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PVE 9.x 上獨立完成 3 控制平面 + 2–3 worker 的 HAK8s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部署具持久儲存（PVC）與自動擴展（HPA）的應用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停掉一台控制平面 VM，證明叢集持續可用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執行過一次 etcd 備份並產出備份檔狀態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交付架構文件、安裝紀錄、故障演練簡報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04-exercises/FINAL-PROJECT.md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 · 課程總結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從平台到上線，你已具備完整能力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提供地基，K8s 提供敏捷。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虛擬化平台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原理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8346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架構設計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8346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安裝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8346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運維升級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恭喜完成課程。持續追蹤 Kubernetes 每季 minor 與 PVE 版本升級。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6 - 上線運維</dc:title>
  <dc:subject>PptxGenJS Presentation</dc:subject>
  <dc:creator>AI_assist</dc:creator>
  <cp:lastModifiedBy>AI_assist</cp:lastModifiedBy>
  <cp:revision>1</cp:revision>
  <dcterms:created xsi:type="dcterms:W3CDTF">2026-08-31T04:37:04Z</dcterms:created>
  <dcterms:modified xsi:type="dcterms:W3CDTF">2026-08-31T04:37:04Z</dcterms:modified>
</cp:coreProperties>
</file>