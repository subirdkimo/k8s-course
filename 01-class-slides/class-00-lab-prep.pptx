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Introduce the course roadmap and how the 7 classes fit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and hand-off to Class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× Kubernetes 工程師訓練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0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FF73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749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課程導覽 · 環境 · Lab 準備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 ｜ Lab ｜ Proxmox VE 9.x × Kubernetes 1.36/1.37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課程路線圖：從平台到上線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600200" cy="2194560"/>
          </a:xfrm>
          <a:prstGeom prst="roundRect">
            <a:avLst>
              <a:gd name="adj" fmla="val 4571"/>
            </a:avLst>
          </a:prstGeom>
          <a:solidFill>
            <a:srgbClr val="F3F6FC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7300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7007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平台 + Lab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834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概論、範本準備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57400" y="2560320"/>
            <a:ext cx="228600" cy="0"/>
          </a:xfrm>
          <a:prstGeom prst="line">
            <a:avLst/>
          </a:prstGeom>
          <a:noFill/>
          <a:ln w="25400">
            <a:solidFill>
              <a:srgbClr val="FF73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1463040"/>
            <a:ext cx="1600200" cy="2194560"/>
          </a:xfrm>
          <a:prstGeom prst="roundRect">
            <a:avLst>
              <a:gd name="adj" fmla="val 4571"/>
            </a:avLst>
          </a:prstGeom>
          <a:solidFill>
            <a:srgbClr val="F3F6FC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2450592" y="17007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95728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K8s 原理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95728" y="2834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 / 網路 / 儲存 / HA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86200" y="2560320"/>
            <a:ext cx="228600" cy="0"/>
          </a:xfrm>
          <a:prstGeom prst="line">
            <a:avLst/>
          </a:prstGeom>
          <a:noFill/>
          <a:ln w="25400">
            <a:solidFill>
              <a:srgbClr val="FF73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1463040"/>
            <a:ext cx="1600200" cy="2194560"/>
          </a:xfrm>
          <a:prstGeom prst="roundRect">
            <a:avLst>
              <a:gd name="adj" fmla="val 4571"/>
            </a:avLst>
          </a:prstGeom>
          <a:solidFill>
            <a:srgbClr val="F3F6FC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7300"/>
          </a:solidFill>
          <a:ln/>
        </p:spPr>
      </p:sp>
      <p:sp>
        <p:nvSpPr>
          <p:cNvPr id="19" name="Text 17"/>
          <p:cNvSpPr/>
          <p:nvPr/>
        </p:nvSpPr>
        <p:spPr>
          <a:xfrm>
            <a:off x="4279392" y="17007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24528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架構規劃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24528" y="2834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台節點 VM 建置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15000" y="2560320"/>
            <a:ext cx="228600" cy="0"/>
          </a:xfrm>
          <a:prstGeom prst="line">
            <a:avLst/>
          </a:prstGeom>
          <a:noFill/>
          <a:ln w="25400">
            <a:solidFill>
              <a:srgbClr val="FF73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1463040"/>
            <a:ext cx="1600200" cy="2194560"/>
          </a:xfrm>
          <a:prstGeom prst="roundRect">
            <a:avLst>
              <a:gd name="adj" fmla="val 4571"/>
            </a:avLst>
          </a:prstGeom>
          <a:solidFill>
            <a:srgbClr val="F3F6FC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26CE5"/>
          </a:solidFill>
          <a:ln/>
        </p:spPr>
      </p:sp>
      <p:sp>
        <p:nvSpPr>
          <p:cNvPr id="25" name="Text 23"/>
          <p:cNvSpPr/>
          <p:nvPr/>
        </p:nvSpPr>
        <p:spPr>
          <a:xfrm>
            <a:off x="6108192" y="17007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53328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kubeadm 安裝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53328" y="2834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高可用叢集實作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43800" y="2560320"/>
            <a:ext cx="228600" cy="0"/>
          </a:xfrm>
          <a:prstGeom prst="line">
            <a:avLst/>
          </a:prstGeom>
          <a:noFill/>
          <a:ln w="25400">
            <a:solidFill>
              <a:srgbClr val="FF73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1463040"/>
            <a:ext cx="1600200" cy="2194560"/>
          </a:xfrm>
          <a:prstGeom prst="roundRect">
            <a:avLst>
              <a:gd name="adj" fmla="val 4571"/>
            </a:avLst>
          </a:prstGeom>
          <a:solidFill>
            <a:srgbClr val="F3F6FC"/>
          </a:solidFill>
          <a:ln w="12700">
            <a:solidFill>
              <a:srgbClr val="D8E0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0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7300"/>
          </a:solidFill>
          <a:ln/>
        </p:spPr>
      </p:sp>
      <p:sp>
        <p:nvSpPr>
          <p:cNvPr id="31" name="Text 29"/>
          <p:cNvSpPr/>
          <p:nvPr/>
        </p:nvSpPr>
        <p:spPr>
          <a:xfrm>
            <a:off x="7936992" y="17007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82128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上線運維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882128" y="2834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儲存/備份/監控/升級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 · 課程導覽與 Lab 準備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本堂課學習目標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EAF1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7498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理解課程總路線與 7 堂課的銜接關係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認識 PVE 9.x 的主控台、網路、儲存入口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匯入 cloud image、建立 VM 範本（cloud-init）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由範本複製出 6 台 K8s 節點 VM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 SSH 連線與 /etc/hosts 解析就緒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目標：讓 Lab 環境在課前完全就緒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環境總覽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9.x 主機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一台或多台（Lab 可單機）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:8006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348386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81304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範本 (ID 10000)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1664208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 cloud image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cloud-init 可自動設定 IP/SSH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台節點 VM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1664208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控制平面 + 3 worker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自範本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18211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944" y="323697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316382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584448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vmbr0 bridge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管理網段 192.168.10.0/24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318211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27" name="Shape 25"/>
          <p:cNvSpPr/>
          <p:nvPr/>
        </p:nvSpPr>
        <p:spPr>
          <a:xfrm>
            <a:off x="3483864" y="323697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813048" y="316382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存取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29000" y="3584448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/ qemu-guest-agent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解析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30175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318211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32" name="Shape 30"/>
          <p:cNvSpPr/>
          <p:nvPr/>
        </p:nvSpPr>
        <p:spPr>
          <a:xfrm>
            <a:off x="6272784" y="323697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601968" y="316382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後續課程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17920" y="3584448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4-6 在此基礎上建 HAK8s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目標：一切就緒，等待 Class 1-6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0 目標清單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下載 Ubuntu 24.04 cloud image</a:t>
            </a:r>
            <a:endParaRPr lang="en-US" sz="1500" dirty="0"/>
          </a:p>
          <a:p>
            <a:pPr marL="342900" indent="-3429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建立範本 VM 並匯入磁碟、設 cloud-init</a:t>
            </a:r>
            <a:endParaRPr lang="en-US" sz="1500" dirty="0"/>
          </a:p>
          <a:p>
            <a:pPr marL="342900" indent="-3429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qm clone 複製 6 台節點</a:t>
            </a:r>
            <a:endParaRPr lang="en-US" sz="1500" dirty="0"/>
          </a:p>
          <a:p>
            <a:pPr marL="342900" indent="-3429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設定各節點 vCPU/RAM/磁碟/IP（依 Class 4 架構表）</a:t>
            </a:r>
            <a:endParaRPr lang="en-US" sz="1500" dirty="0"/>
          </a:p>
          <a:p>
            <a:pPr marL="342900" indent="-3429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 qemu-guest-agent 與 /etc/hosts</a:t>
            </a:r>
            <a:endParaRPr lang="en-US" sz="1500" dirty="0"/>
          </a:p>
          <a:p>
            <a:pPr marL="342900" indent="-342900">
              <a:lnSpc>
                <a:spcPts val="28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驗證：qm list、SSH、互 ping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詳見 lab-00-lab-prep.md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 · 完成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下一步：進入 Class 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虛擬化平台概論——了解你腳下的地基。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 未完成者，可在課後自行補上，後續課程皆以 6 台節點就緒為前提。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0 - 課程導覽與 Lab 準備</dc:title>
  <dc:subject>PptxGenJS Presentation</dc:subject>
  <dc:creator>AI_assist</dc:creator>
  <cp:lastModifiedBy>AI_assist</cp:lastModifiedBy>
  <cp:revision>1</cp:revision>
  <dcterms:created xsi:type="dcterms:W3CDTF">2026-08-31T04:29:56Z</dcterms:created>
  <dcterms:modified xsi:type="dcterms:W3CDTF">2026-08-31T04:29:56Z</dcterms:modified>
</cp:coreProperties>
</file>