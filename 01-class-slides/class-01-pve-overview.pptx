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PVE overview. Latest 9.x facts, virtualization tech, storage, network, HA/backup.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up, hand-off to Class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× Kubernetes 工程師訓練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1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4937760" cy="548640"/>
          </a:xfrm>
          <a:prstGeom prst="roundRect">
            <a:avLst>
              <a:gd name="adj" fmla="val 16667"/>
            </a:avLst>
          </a:prstGeom>
          <a:solidFill>
            <a:srgbClr val="FF7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749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虛擬化平台概論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15 min ｜ 理論 + 實作 ｜ PVE 9.x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Proxmox VE 是什麼？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虛擬化平台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開放原始碼 (AGPLv3) 的伺服器虛擬化平台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整合虛擬機 (KVM/QEMU) 與容器 (LXC)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 Web 介面 + RESTful API 管理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內建企業級能力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分散式儲存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ZFS 檔案系統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高可用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備份 (PBS) 與快照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防火牆 / 網路 (SDN)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管理介面：https://&lt;pve-ip&gt;:8006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專業支援訂閱：企業版 Repo（EUR 115/年/CPU 起）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= 虛擬化 + 儲存 + 網路 + HA 的整合平台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PVE 9.x 版本演進（2026 最新）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344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F73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167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12984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2984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13 Trixie、核心 6.14、Ceph Squid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488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F730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311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2212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22128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多項改善與修正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0632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F73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455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3127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1272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7.0、Dynamic Load Balancer、WireGuard SDN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9776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F730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0599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9.x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4041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08960" y="40416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Arm64 支援（NVIDIA Grace/Vera）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8.x 已於 2026-08 停止支援（EOL），本課程一律以 9.x 為準。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版本資訊參考 Proxmox 官方 Roadmap / Release Notes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虛擬化技術原理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QEMU/KVM（虛擬機）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KVM：Linux 內建 Type-1 hypervisor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QEMU：裝置模擬層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全虛擬化、效能接近原生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LXC（系統容器）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行程層級隔離、共用宿主核心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啟動快、密度高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節點建議用 VM 而非 LXC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95351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30083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293522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VirtIO（半虛擬化）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35584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虛擬 NIC / 磁碟高效能驅動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Guest 內建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節點必用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7889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95351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901184" y="30083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293522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qemu-guest-agent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35584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宿主可取得 Guest IP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執行乾淨關機、快照協調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節點趟好以 VM 建置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type：host vs x86-64-v2-AES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5331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4081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33502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host（效能最高）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365760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暴露宿主完整指令集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5%–25% 更快（DB/AI/加密）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同質硬體適用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但：混合 CPU 硬體無法 live migration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5331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4081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33502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x86-64-v2-AES（可攜）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755648"/>
            <a:ext cx="365760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統一的虛擬 CPU 型號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可跨世代硬體 live migration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異質/需遷移環境適用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效能略低於 host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5254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同質硬體 → host；異質/需遷移 → 標準化型號。K8s 節點通常可選 host。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官方建議：欲 live migration 用最低世代相容型號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儲存後端（K8s PV 的基礎）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單節點目錄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模板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95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85876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LVM-Thin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166420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快照、精簡供應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磁碟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36422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9340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66420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快照、世代、資料保護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磁碟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72491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" y="27797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27066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(RBD)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1272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分散式共用、HA、可擴充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PersistentVolume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72491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9584" y="27797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858768" y="27066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74720" y="31272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網路共用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RWX 應用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節點虛擬磁碟建議放 Ceph，以支援 VM live migration 與 HA；RWO 用 RBD、RWX 用 CephFS/NFS。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儲存選擇決定 K8s PV 的能力與 HA 上限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網路：Bridge、VLAN、SDN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Bridge (vmbrX)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連結實體 NIC 與 VM 的 vNIC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透過 vNIC 取得對外網段 IP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CNI 負責 Pod 層次網路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/ SDN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VLAN：單線切分多個隔離網段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SDN：集中管理跨節點虛擬網路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9.2 新增 Dynamic LB + WireGuard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節點 VM 接在 bridge 後，由 CNI 提供 Pod 網路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大流量叢集建議第二實體 NIC → 專用 bridge 與管理流量隔離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網路規畫是 K8s 叢集穩定性的關鍵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叢集、HA、備份、快照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叢集 (Cluster)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22860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corosync + pve-cluster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多節點共用 Web/API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資源池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8386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81304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664208"/>
            <a:ext cx="22860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監控 VM 健康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節點故障→他節點重啟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需共用儲存 (Ceph)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備份 / 快照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664208"/>
            <a:ext cx="22860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vzdump 產生備份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去重/加密/增量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快照可還原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節點升級 / 實驗前，先在 PVE 層打快照是良好習慣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備份 vs K8s 應用備份需分層規劃（Class 6 詳述）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提供的是「基礎設施層」HA，K8s 則處理應用層自癒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 實作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建立一台測試 VM（或使用範本）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建立快照並還原（qm snapshot / qm rollback）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執行一次 vzdump 備份並產出備份檔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新增第二張 VirtIO NIC 接到專用 bridge vmbr1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體驗 PVE Web UI 的 VM / 快照 / 備份操作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詳見 lab-01-pve-overview.md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完成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下一步：K8s 核心架構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搞懂控制平面與工作節點的運作原理。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是承載 K8s 的堅實地基——虛擬化、儲存、網路、HA 皆備。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1 - Proxmox VE 虛擬化平台概論</dc:title>
  <dc:subject>PptxGenJS Presentation</dc:subject>
  <dc:creator>AI_assist</dc:creator>
  <cp:lastModifiedBy>AI_assist</cp:lastModifiedBy>
  <cp:revision>1</cp:revision>
  <dcterms:created xsi:type="dcterms:W3CDTF">2026-08-31T04:34:53Z</dcterms:created>
  <dcterms:modified xsi:type="dcterms:W3CDTF">2026-08-31T04:34:53Z</dcterms:modified>
</cp:coreProperties>
</file>