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K8s core: motivation, control plane, worker node, objects, declarative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up, hand-off to Class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× Kubernetes 工程師訓練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2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326CE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7490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核心架構與運作原理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hr 30 min ｜ 理論 ｜ 容器編排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為什麼需要 Kubernetes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容器解決了什麼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把單一應用打包與執行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（containerd / Docker 皆可）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可攜、隔離、輕量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容器編排解決什麼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數百個容器的：調度、自癒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服務發現、負載平衡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滾動更新、橫向擴展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EA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429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= 業界標準容器編排平台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宣告式（Declarative）· 自我修復（Self-Healing）· 可擴展（Scalable）· 可攜（Portable）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的哲學：描述「想要的狀態」，系統自動收斂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總體架構：控制平面 + 工作節點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291840"/>
          </a:xfrm>
          <a:prstGeom prst="rect">
            <a:avLst/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控制平面 (Control Plane)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270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727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唯一入口 / 認證授權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0" y="22585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叢集狀態儲存 (quorum)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8346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98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kube-scheduler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29443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 Pod 選節點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844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kube-controller-manager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363016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控制器迴圈收斂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1005840"/>
            <a:ext cx="4023360" cy="3291840"/>
          </a:xfrm>
          <a:prstGeom prst="rect">
            <a:avLst/>
          </a:prstGeom>
          <a:solidFill>
            <a:srgbClr val="F3F6FC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工作節點 (Worker Node) × 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846320" y="1463040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1600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管理本節點 Pod/容器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2240280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3317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2377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網路規則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46320" y="3017520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3108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9224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容器執行期 (CRI)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389120" y="2651760"/>
            <a:ext cx="274320" cy="0"/>
          </a:xfrm>
          <a:prstGeom prst="line">
            <a:avLst/>
          </a:prstGeom>
          <a:noFill/>
          <a:ln w="38100">
            <a:solidFill>
              <a:srgbClr val="FF7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27432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 每 10s 回報狀態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/ API 用戶端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297680" y="4572000"/>
            <a:ext cx="365760" cy="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apiserver 是唯一入口；etcd 保存期望狀態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控制平面元件職責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API 請求唯一入口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/ 授權 / 准入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狀態透過 etcd 保存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 KV 儲存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存整個叢集狀態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需奇數副本維持 quorum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90779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kube-scheduler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為新 Pod 選擇節點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考量資源/標籤/親和性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不執行 Pod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90779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kube-controller-manager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執行控制器迴圈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(ReplicaSet/Node/Deployment...)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把現況收斂到期望狀態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高可用叢集會部署 ≥3 個控制平面（Class 3/5）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工作節點元件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節點上的主要代理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 apiserver 註冊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負責啟動/停止 Pod 容器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Service 網路規則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(iptables / IPVS)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把流量導向後端 Pod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90779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(CRI)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真正執行容器的元件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CNCF 維護、輕量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自 1.24 起預設 runtime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90779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296265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288950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 介面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310128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Runtime Interface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 runtime 與 K8s 的溝通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可替換（containerd/cri-o）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已取代 Docker 作為 K8s 的預設 runtime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核心物件（API 資源）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最小部署單位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共享網路/儲存的容器群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通常由控制器管理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48386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81304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66420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宣告副本數/鏡像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管理滾動更新與滾回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ReplicaSet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0196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664208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穩定虛擬 IP + DNS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服務發現/負載平衡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ClusterIP/NodePort/LB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1821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694944" y="32369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3163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584448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明文設定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與鏡像分離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可動態變更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18211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27" name="Shape 25"/>
          <p:cNvSpPr/>
          <p:nvPr/>
        </p:nvSpPr>
        <p:spPr>
          <a:xfrm>
            <a:off x="3483864" y="32369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813048" y="3163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29000" y="3584448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 (base64)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憑證/密碼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避免寫入鏡像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301752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1821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32369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601968" y="3163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3584448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/ Ingress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 / Job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PV/PVC/StorageClass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NetworkPolicy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做邏輯隔離；Ingress 做七層路由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宣告式管理與 API 原理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508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591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591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(驗證/授權/准入)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7947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FF7300"/>
          </a:solidFill>
          <a:ln w="12700">
            <a:solidFill>
              <a:srgbClr val="FF73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879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879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(期望狀態)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6235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167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167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(收斂差異)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965960"/>
            <a:ext cx="320040" cy="0"/>
          </a:xfrm>
          <a:prstGeom prst="line">
            <a:avLst/>
          </a:prstGeom>
          <a:noFill/>
          <a:ln w="31750">
            <a:solidFill>
              <a:srgbClr val="FF73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13716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EAF1FF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45552" y="1508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scheduler→kubelet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845552" y="1965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→containerd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29260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是「宣告式」：你描述想要的狀態，controller 收斂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只是 HTTPS 客戶端，透過 REST 呼叫 apiserver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所有狀態最終寫入 etcd；任何語言/工具都能操作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takeaway：宣告式 vs 命令式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重點複習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控制平面（apiserver/etcd/scheduler/controller）負責「決定」叢集狀態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工作節點（kubelet/kube-proxy/containerd）負責「執行」Pod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是最小單位、Deployment 管副本、Service 提供穩定存取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所有狀態存在 etcd；apiserver 是唯一入口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是現行標準 runtime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小測驗：取得 Quizlet 課堂小測驗（04-exercises/QUIZZES.md）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本堂原理是後續安裝/運維的基礎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2 · 完成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下一步：網路、儲存、高可用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K8s 對外暴露、持久儲存與 HA 的原理。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原理通了，接下來實作前先把基礎元件（CNI/儲存/HA）搞懂。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2 - Kubernetes 核心架構與運作原理</dc:title>
  <dc:subject>PptxGenJS Presentation</dc:subject>
  <dc:creator>AI_assist</dc:creator>
  <cp:lastModifiedBy>AI_assist</cp:lastModifiedBy>
  <cp:revision>1</cp:revision>
  <dcterms:created xsi:type="dcterms:W3CDTF">2026-08-31T04:35:20Z</dcterms:created>
  <dcterms:modified xsi:type="dcterms:W3CDTF">2026-08-31T04:35:20Z</dcterms:modified>
</cp:coreProperties>
</file>